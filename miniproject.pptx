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1" r:id="rId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6DFEB6E-5FC4-4AF5-B4DE-44ECF3705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8912F9AF-A9CC-4C82-A290-10F4A56C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BAC496F-BA91-42B1-9F5D-F001D630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09EF5D4-C7D5-484C-ACB1-1E787024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DF79704-D3D2-4A12-9FF0-DD16AB724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960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E3F397D-0411-41EB-AECF-849D18A4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B65D2B1-DF65-4469-AD28-E7EDFC4D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03F21F3-1F38-4A91-BD91-94F55172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40EE92E7-3FF9-4C87-BDDD-F0C05206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51401DF-4062-488F-A5E2-7EAA5454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12405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96CB7EC-1871-4E24-8F3E-F964E0A0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E5C1B0E-541F-44A1-B486-6FC90F56A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0E05FF9-409A-497B-8DF5-21F72C01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D265FC1-F058-487C-92B2-5CC54E48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15F1BA6-CE03-473F-B8C3-FEA8A515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0644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645FF57-DBBE-4078-A6CE-96F6FBD9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662F1D6-24D9-43DE-8255-972EE5AA4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DBAA367-63FE-4839-9246-9CFB14F89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8525FFE-A491-4C02-9B2C-DE0DE580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6B4DF0C-D801-4CA5-9DBB-484083CF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F98EE661-D393-410A-B6FE-4C120C04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365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86E1549-CEF1-49F3-BA52-E0B6CD1F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551E011-8BB3-408E-8EEE-2B36C7E68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DFBEAED-C8CC-4423-A5D4-AB8FE9D3A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6DDE0728-1278-42A6-BC9D-EEFB0D468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0EBE35A5-2A9E-48B6-898E-715084194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701AA70B-D5F9-4CAB-BB6C-87FFE582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46C74D25-DDDC-424A-B196-DC1E3610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17B2F1-AD7F-428D-BB23-BB718C6A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91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94C5211-0424-4795-8CD5-0F8D7634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697E1E1D-1498-4E93-B393-547E0A3A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769E5487-5EC3-43FF-8C36-C26720B6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5003969-5D2B-484F-87D7-889BD13A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723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6433B9B3-889D-4190-976C-13787465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A41969D0-484A-4893-9386-50AF4B2C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CBBB10A-2244-4C6F-9D6A-C23100B7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948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858A361-70D0-4B16-8025-03901F26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27A8F11-6FDF-4DE9-B869-8944A939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472AB84F-7DFA-4EE4-B583-BAEEE25EF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CAE63A39-4149-4381-98B5-663968DF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9450D14-16CD-4064-A950-7C2B163B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2F3710F2-DA8C-47CA-865A-CC5ECAF5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7471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898B471-2AF6-4C4E-A634-D0F56A7D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1D620D39-4441-4688-BCEF-1D70AE826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F969E8B8-53F7-4D00-8AF8-9B961F452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FF5F673-D24E-4BB1-9F78-AA5701E5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7407DFA-289E-4532-BD7C-533CBC27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3CDB04A-C118-4FAD-A006-4ACF4DF2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452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0EB4555-FA49-4640-926D-5A25193B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18C868D5-9AD0-479E-81FD-732FC24E8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C00E0D15-490F-4C19-93DD-EA9B4334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4954178C-EAE9-4233-AC04-89583F3B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1D1B4D3-F0C7-4CD2-99BB-0F6A4F12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994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EC0AF713-9180-48C4-A039-760FBBA7F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440C7161-C72F-47B9-AF2A-58A71CCDF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BFA063-6185-4860-84EC-6A16A9297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A469732-4918-4E06-B18C-D6FFF6C8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6C321F7-4299-4A6E-B9FF-D8B894D8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6396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852DD6C9-C388-4E43-89E3-D2189931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D913A1B-68DB-496C-9057-06D1AE401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1F3763E-ADC4-41D3-85AC-9989A32A8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80A68-C361-428C-8624-1EABEF6AD3F7}" type="datetimeFigureOut">
              <a:rPr lang="th-TH" smtClean="0"/>
              <a:t>15/03/63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E7C752E-37A4-40AD-BDBE-A1A1DAE60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A400AA86-9EAD-4DC0-8B4B-6AF4EF8C8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04FBB-B418-44F3-97A9-51197D23DC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6125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9D57F264-DE53-475A-A112-5D1E1D3023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E6915D34-DC30-49DB-99C8-C1633E82F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721" y="2662226"/>
            <a:ext cx="3494552" cy="3494552"/>
          </a:xfrm>
          <a:prstGeom prst="rect">
            <a:avLst/>
          </a:prstGeom>
        </p:spPr>
      </p:pic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327EFE52-B1DF-433B-ACA4-496328879D15}"/>
              </a:ext>
            </a:extLst>
          </p:cNvPr>
          <p:cNvSpPr txBox="1"/>
          <p:nvPr/>
        </p:nvSpPr>
        <p:spPr>
          <a:xfrm>
            <a:off x="4191055" y="413909"/>
            <a:ext cx="3809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</a:rPr>
              <a:t>Mini 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</a:rPr>
              <a:t>project</a:t>
            </a:r>
            <a:endParaRPr lang="th-TH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157418BB-852D-4344-9EE5-25B5432BB726}"/>
              </a:ext>
            </a:extLst>
          </p:cNvPr>
          <p:cNvSpPr txBox="1"/>
          <p:nvPr/>
        </p:nvSpPr>
        <p:spPr>
          <a:xfrm>
            <a:off x="2830758" y="1544193"/>
            <a:ext cx="6530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</a:rPr>
              <a:t>Learning Processing Program</a:t>
            </a:r>
            <a:endParaRPr lang="th-TH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6638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CBA9EAD5-4DE1-4CF4-AE9F-507EA03B25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D817D836-7386-431C-BEA2-6F23F452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618" y="94924"/>
            <a:ext cx="530398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94678"/>
      </p:ext>
    </p:extLst>
  </p:cSld>
  <p:clrMapOvr>
    <a:masterClrMapping/>
  </p:clrMapOvr>
  <p:transition spd="slow" advClick="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CBA9EAD5-4DE1-4CF4-AE9F-507EA03B25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D817D836-7386-431C-BEA2-6F23F452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618" y="94924"/>
            <a:ext cx="530398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97658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CBA9EAD5-4DE1-4CF4-AE9F-507EA03B25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D817D836-7386-431C-BEA2-6F23F452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618" y="94924"/>
            <a:ext cx="530398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47625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CBA9EAD5-4DE1-4CF4-AE9F-507EA03B25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D817D836-7386-431C-BEA2-6F23F452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618" y="94924"/>
            <a:ext cx="530398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37371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DF5E7C1E-8571-4877-962D-7EC862CD7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1505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</Words>
  <Application>Microsoft Office PowerPoint</Application>
  <PresentationFormat>แบบจอกว้าง</PresentationFormat>
  <Paragraphs>2</Paragraphs>
  <Slides>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Gadugi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PETE36</dc:creator>
  <cp:lastModifiedBy>PETE36</cp:lastModifiedBy>
  <cp:revision>3</cp:revision>
  <dcterms:created xsi:type="dcterms:W3CDTF">2020-03-14T15:41:52Z</dcterms:created>
  <dcterms:modified xsi:type="dcterms:W3CDTF">2020-03-14T20:01:07Z</dcterms:modified>
</cp:coreProperties>
</file>